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3860</c:v>
                </c:pt>
                <c:pt idx="1">
                  <c:v>4369</c:v>
                </c:pt>
                <c:pt idx="2">
                  <c:v>4877</c:v>
                </c:pt>
                <c:pt idx="3">
                  <c:v>5386</c:v>
                </c:pt>
                <c:pt idx="4">
                  <c:v>5895</c:v>
                </c:pt>
                <c:pt idx="5">
                  <c:v>6403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2068</c:v>
                </c:pt>
                <c:pt idx="1">
                  <c:v>2666</c:v>
                </c:pt>
                <c:pt idx="2">
                  <c:v>3264</c:v>
                </c:pt>
                <c:pt idx="3">
                  <c:v>3862</c:v>
                </c:pt>
                <c:pt idx="4">
                  <c:v>4460</c:v>
                </c:pt>
                <c:pt idx="5">
                  <c:v>5059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6 Wohnungen, jede mit eigenem Kredit ohne Eigenkapital, Miete 950 €, 50.000 € Gastro-Umsatz. Förderung, Preise und tilgungsfreie Jahre sind Ziele,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37.300 €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30.674 €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43.221 €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39.298 €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−982 €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Lohn 4.000 € statt 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die Ausgangslage mit 2.200 €/m² und 150.000 € Ausbau liegt im Plan nahe an Plus, Förderung und günstige Preise geben Luft.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und 6.000 € Lohn, Break-even ab 33.000 €.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rentiert es sich für jede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Rentiert für a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280160"/>
                <a:gridCol w="13716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Selbstkostenpreis, 1 % Tilgung (heute)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+6.720 €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Dasselbe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Alternative: ohne Förderung, Tilgung 0 %, Baukosten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Was das bedeutet"/>
          <p:cNvSpPr/>
          <p:nvPr/>
        </p:nvSpPr>
        <p:spPr>
          <a:xfrm>
            <a:off x="8686800" y="1280160"/>
            <a:ext cx="2953512" cy="448056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463040"/>
            <a:ext cx="24963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für alle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15 % und tilgungsfreie Jahre reichen bei 3,3 % Zins für ein Plus bei jeder Partei. Bei 4,0 % Zins fehlt dem OG trotz 2.000 €/m² noch ein kleines Stück, dann braucht es mehr Förderung oder noch günstigere Preise.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beachten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Tilgung sinkt die Schuld nicht, der Kredit muss später abgelöst oder verlängert werden.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12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Wenn du die Lücke der drei OG-Wohnungen (1.040 € im Monat) selbst trägst, bleiben dir 4.033 € aus der Gastro.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37.000 € Umsatz, bei 4 % Zins ca. 43.000 €.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7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Varianten B und C: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−2.394 €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30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2026-10-15T11:51:53Z</dcterms:created>
  <dcterms:modified xsi:type="dcterms:W3CDTF">2026-10-15T11:51:53Z</dcterms:modified>
</cp:coreProperties>
</file>