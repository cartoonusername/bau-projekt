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3,37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12.814 €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+1.218 €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+1.754 €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3.083.559 €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71.243 €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141.599 €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3.576.123 €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3.617.143 €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3.197.207 €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3.028.933 €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2.860.659 €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2.692.385 €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2.524.111 €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+6.190 €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46.008 €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41.807 €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48.467 €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2.500 €/m² statt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sparsam (245.000 €)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Geschirr, Gläser, Besteck, Textilien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310.000 €)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4.421.181 €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42.487 €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2026-10-15T10:55:44Z</dcterms:created>
  <dcterms:modified xsi:type="dcterms:W3CDTF">2026-10-15T10:55:44Z</dcterms:modified>
</cp:coreProperties>
</file>