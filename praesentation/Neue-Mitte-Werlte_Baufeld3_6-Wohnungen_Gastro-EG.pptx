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2592000</c:v>
                </c:pt>
                <c:pt idx="2">
                  <c:v>388800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-13429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603</c:v>
                </c:pt>
                <c:pt idx="1">
                  <c:v>1274</c:v>
                </c:pt>
                <c:pt idx="2">
                  <c:v>1946</c:v>
                </c:pt>
                <c:pt idx="3">
                  <c:v>2617</c:v>
                </c:pt>
                <c:pt idx="4">
                  <c:v>3289</c:v>
                </c:pt>
                <c:pt idx="5">
                  <c:v>3960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-1762</c:v>
                </c:pt>
                <c:pt idx="1">
                  <c:v>-972</c:v>
                </c:pt>
                <c:pt idx="2">
                  <c:v>-183</c:v>
                </c:pt>
                <c:pt idx="3">
                  <c:v>607</c:v>
                </c:pt>
                <c:pt idx="4">
                  <c:v>1397</c:v>
                </c:pt>
                <c:pt idx="5">
                  <c:v>2186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BGF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13.429 €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+603 €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48.000 €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280 m², das sind 82 %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3A4047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6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63 m², Dachterrassen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280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445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springt zur Südseite um ca. 0,9 m und zur Ostseite um ca. 3 m zurück.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29" name="Baukörper Staffelgeschoss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Treppe"/>
          <p:cNvSpPr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2" name="Raum WE 4 · 63 m²"/>
          <p:cNvSpPr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63 m²</a:t>
            </a:r>
            <a:endParaRPr lang="en-US" sz="1100" dirty="0"/>
          </a:p>
        </p:txBody>
      </p:sp>
      <p:sp>
        <p:nvSpPr>
          <p:cNvPr id="34" name="Raum WE 5 · 63 m²"/>
          <p:cNvSpPr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63 m²</a:t>
            </a:r>
            <a:endParaRPr lang="en-US" sz="1100" dirty="0"/>
          </a:p>
        </p:txBody>
      </p:sp>
      <p:sp>
        <p:nvSpPr>
          <p:cNvPr id="36" name="Raum WE 6 · 63 m²"/>
          <p:cNvSpPr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63 m²</a:t>
            </a:r>
            <a:endParaRPr lang="en-US" sz="1100" dirty="0"/>
          </a:p>
        </p:txBody>
      </p:sp>
      <p:sp>
        <p:nvSpPr>
          <p:cNvPr id="38" name="Raum Fläche"/>
          <p:cNvSpPr/>
          <p:nvPr/>
        </p:nvSpPr>
        <p:spPr>
          <a:xfrm>
            <a:off x="11187684" y="2103120"/>
            <a:ext cx="452628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Fläche"/>
          <p:cNvSpPr/>
          <p:nvPr/>
        </p:nvSpPr>
        <p:spPr>
          <a:xfrm>
            <a:off x="8019288" y="4109771"/>
            <a:ext cx="3168396" cy="135788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hat ca. 280 m² BGF, die beigen Flächen sind Dachterrassen.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 und Glas, Dachterrassen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Lounge,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Dunkelgrün, Terrazzo, Eiche, Messing,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5408676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31636" y="1325880"/>
            <a:ext cx="5408676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680460"/>
            <a:ext cx="5408676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31636" y="3680460"/>
            <a:ext cx="5408676" cy="208026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2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2.592.000 €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388.800 €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120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3.674 €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74.409 €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90.441 €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121.489 €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148.388 €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3.747.636 €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3.790.566 €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10.306 €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5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−1.762 €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3.350.703 €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12.758 €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3.174.350 €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14.215 €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−183 €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2.997.998 €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11.415 €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2.821.645 €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+1.397 €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2.645.292 €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10.072 €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11.846 €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671 €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−922 €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+3.653 €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−1.104 €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+3.471 €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+1.092 €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+4.142 €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+5.667 €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+6.339 €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1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43.620 €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39.217 €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55.777 €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48.010 €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45.420 €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7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−4.812 €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−1.604 €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−1.356 €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48.000 € Umsatz, bei 4 % Zins ca. 56.000 €.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+1.343 €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+1.658 €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960 m² BGF × 2.700 €,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3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Variante: Mittelgeschoss doppelt, vier Ebenen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6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Wohnungen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1.300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4.582.756 €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17.445 €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 bei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−848 €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… mit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Break-even-Umsatz,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44.200 €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2026-10-14T11:24:11Z</dcterms:created>
  <dcterms:modified xsi:type="dcterms:W3CDTF">2026-10-14T11:24:11Z</dcterms:modified>
</cp:coreProperties>
</file>