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9860</c:v>
                </c:pt>
                <c:pt idx="1">
                  <c:v>10369</c:v>
                </c:pt>
                <c:pt idx="2">
                  <c:v>10877</c:v>
                </c:pt>
                <c:pt idx="3">
                  <c:v>11386</c:v>
                </c:pt>
                <c:pt idx="4">
                  <c:v>11895</c:v>
                </c:pt>
                <c:pt idx="5">
                  <c:v>12403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8068</c:v>
                </c:pt>
                <c:pt idx="1">
                  <c:v>8666</c:v>
                </c:pt>
                <c:pt idx="2">
                  <c:v>9264</c:v>
                </c:pt>
                <c:pt idx="3">
                  <c:v>9862</c:v>
                </c:pt>
                <c:pt idx="4">
                  <c:v>10460</c:v>
                </c:pt>
                <c:pt idx="5">
                  <c:v>11059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6 Wohnungen, jede mit eigenem Kredit ohne Eigenkapital, Miete 950 €, 50.000 € Gastro-Umsatz. Förderung, Preise und tilgungsfreie Jahre sind Ziele,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jede Wohnung mit eigenem Kredit ohne Eigenkapital und ohne Tilgung, 950 € Miete,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Käufer ohne Eigenkapital und ohne Tilgung, 950 € Miete. Förderung senkt deine Selbstkosten, die Staffel-Wohnungen gehen zum Selbstkostenpreis.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17.700 €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14.000 €.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rentiert es sich für jede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Rentiert für a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638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280160"/>
                <a:gridCol w="13716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Selbstkostenpreis, 1 % Tilgung (heute)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Dasselbe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Alternative: ohne Förderung, Tilgung 0 %, Baukosten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Was das bedeutet"/>
          <p:cNvSpPr/>
          <p:nvPr/>
        </p:nvSpPr>
        <p:spPr>
          <a:xfrm>
            <a:off x="8686800" y="1280160"/>
            <a:ext cx="2953512" cy="448056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1463040"/>
            <a:ext cx="249631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für alle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15 % und tilgungsfreie Jahre reichen bei 3,3 % Zins für ein Plus bei jeder Partei. Bei 4,0 % Zins fehlt dem OG trotz 2.000 €/m² noch ein kleines Stück, dann braucht es mehr Förderung oder noch günstigere Preise.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beachten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Tilgung sinkt die Schuld nicht, der Kredit muss später abgelöst oder verlängert werden.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12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Wenn du die Lücke der drei OG-Wohnungen (1.040 € im Monat) selbst trägst, bleiben dir 10.033 € aus der Gastro.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108.538 €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332.242 €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4.176 € (1 % Tilgung) plus Zinsen für die Differenz 971 €. Der Preis von ca. 207.000 € liegt nahe an dem, was Neubauwohnungen dieser Größe in Werlte kosten.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168.813 € (1.986 € je m²), dein Ergebnis auf +8.326 €. Bei Variante B / C beträgt der Nachlass je 85-m²-Wohnung im OG ca. 90.258 € / 85.647 €.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Differenz so klein wie möglich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2" name="Tabelle Differenz klei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71600"/>
                <a:gridCol w="1463040"/>
                <a:gridCol w="1463040"/>
                <a:gridCol w="1828800"/>
                <a:gridCol w="13075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Szenario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Plus je OG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ohne Förderung, 2.200 €/m²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108.538 €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15 % Förderung, 2.200 €/m²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15 %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117.159 €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+11.611 €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20 %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73.741 €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+411 €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+11.932 €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wie vorher, aber 4,0 % Zins (15 % Förderung, 2.000 €/m²)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168.813 €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77.226 €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231.678 €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 Differenz: 15 % Förderung, 2.000 €/m², Plus so hoch wie möglich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 / 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+11.953 €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Differenz belastet dich vor allem als Summe, die du vorfinanzierst. Dein Ergebnis pro Monat ändert sich kaum, weil du darauf nur Zinsen zahlst.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18.000 € Umsatz, bei 4 % Zins ca. 24.000 €.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B,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Varianten B und C: 540 m² Grundfläche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32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3.530.931 €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0,86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2026-10-15T12:15:13Z</dcterms:created>
  <dcterms:modified xsi:type="dcterms:W3CDTF">2026-10-15T12:15:13Z</dcterms:modified>
</cp:coreProperties>
</file>