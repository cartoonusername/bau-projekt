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2451500</c:v>
                </c:pt>
                <c:pt idx="2">
                  <c:v>367725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-12814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1218</c:v>
                </c:pt>
                <c:pt idx="1">
                  <c:v>1858</c:v>
                </c:pt>
                <c:pt idx="2">
                  <c:v>2499</c:v>
                </c:pt>
                <c:pt idx="3">
                  <c:v>3140</c:v>
                </c:pt>
                <c:pt idx="4">
                  <c:v>3780</c:v>
                </c:pt>
                <c:pt idx="5">
                  <c:v>4421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-1039</c:v>
                </c:pt>
                <c:pt idx="1">
                  <c:v>-286</c:v>
                </c:pt>
                <c:pt idx="2">
                  <c:v>468</c:v>
                </c:pt>
                <c:pt idx="3">
                  <c:v>1221</c:v>
                </c:pt>
                <c:pt idx="4">
                  <c:v>1975</c:v>
                </c:pt>
                <c:pt idx="5">
                  <c:v>2728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(Holz-Staffel 400 € günstiger)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3,37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12.814 €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+1.218 €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46.000 €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3.224.520 €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+1.754 €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3.083.559 €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3.433.906 €.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3.619 €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71.243 €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86.594 €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141.599 €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3.576.123 €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3.617.143 €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3.197.207 €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3.028.933 €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2.860.659 €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2.692.385 €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2.524.111 €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641 €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+4.268 €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+4.024 €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+6.190 €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46.008 €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41.807 €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48.467 €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43.525 €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2.500 €/m² statt 2.700 €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−1.016 €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sparsam (245.000 €)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Lohn 4.000 € statt 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46.000 € Umsatz, bei 4 % Zins ca. 53.000 €.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+1.281 €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+1.582 €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2.700 €,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Geschirr, Gläser, Besteck, Textilien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310.000 €)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27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3.365.481 €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4.421.181 €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42.487 €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1,06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2026-10-15T11:02:47Z</dcterms:created>
  <dcterms:modified xsi:type="dcterms:W3CDTF">2026-10-15T11:02:47Z</dcterms:modified>
</cp:coreProperties>
</file>