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12.814 €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+1.218 €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 in Holzbau mit Terrasse rundum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Bauunternehmer-Preisnachlass auf den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Ergebnis/Monat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keiner (Annahme in der Rechnung)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3.224.520 €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12.278 €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+1.754 €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3.083.559 €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11.742 €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56 m², Holzbau, 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423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Polsterbänke,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Bau, Massivbau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2.511.000 €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Abschlag Holzbau (Staffelgeschoss)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 × 400 € günstiger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− 100.000 €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 m² × 450 €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40.500 €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367.725 €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71.243 €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86.594 €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115.929 €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141.599 €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3.576.123 €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3.617.143 €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9.834 €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3.197.207 €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12.174 €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14.318 €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3.028.933 €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11.533 €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13.564 €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2.860.659 €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10.892 €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2.692.385 €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10.252 €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+1.975 €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2.524.111 €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9.611 €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11.304 €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−307 €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+4.268 €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−551 €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+4.024 €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+5.549 €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+1.615 €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+4.665 €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+6.190 €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+2.255 €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+5.305 €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46.008 €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41.807 €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37.605 €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53.408 €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48.467 €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43.525 €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−4.089 €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−769 €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+2.516 €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Variante: Mittelgeschoss doppelt, vier Ebenen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Wohnungen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1.270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4.421.181 €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 bei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… mit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Break-even-Umsatz,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42.487 €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2026-10-14T19:38:15Z</dcterms:created>
  <dcterms:modified xsi:type="dcterms:W3CDTF">2026-10-14T19:38:15Z</dcterms:modified>
</cp:coreProperties>
</file>