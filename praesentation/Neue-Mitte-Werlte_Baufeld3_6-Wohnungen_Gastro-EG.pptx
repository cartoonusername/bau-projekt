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2451500</c:v>
                </c:pt>
                <c:pt idx="2">
                  <c:v>367725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-12814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1858</c:v>
                </c:pt>
                <c:pt idx="2">
                  <c:v>2499</c:v>
                </c:pt>
                <c:pt idx="3">
                  <c:v>3140</c:v>
                </c:pt>
                <c:pt idx="4">
                  <c:v>3780</c:v>
                </c:pt>
                <c:pt idx="5">
                  <c:v>4421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-1039</c:v>
                </c:pt>
                <c:pt idx="1">
                  <c:v>-286</c:v>
                </c:pt>
                <c:pt idx="2">
                  <c:v>468</c:v>
                </c:pt>
                <c:pt idx="3">
                  <c:v>1221</c:v>
                </c:pt>
                <c:pt idx="4">
                  <c:v>1975</c:v>
                </c:pt>
                <c:pt idx="5">
                  <c:v>2728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(Holz-Staffel 400 € günstiger)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Baufeld 3: Große Gastro und 6 Wohnungen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 Vorhaben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3,37 Mio. €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chemeClr val="accent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12.814 €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chemeClr val="accent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+1.218 €</a:t>
            </a:r>
            <a:endParaRPr lang="en-US" sz="27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46.000 €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 Eckgrundstück an der neuen Mitte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ca. 960 m²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Mischgebiet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Baureife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Was der Bebauungsplan vorgibt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Staffelgeschoss in Holzbau mit Terrasse rundum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3.224.520 €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+1.754 €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3.083.559 €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3.433.906 €.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Zwei Geschosse plus Staffelgeschoss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Skizzen der Geschosse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Modern, Klinker, Glas und Staffelgeschoss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Klinker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Staffelgeschoss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Balkone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Glas-EG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Große Gastro mit Bar, neu und modern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ca. 100 Plätze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Material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Visualisierungen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Stellplätze sind der Knackpunkt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Vorschlag für die Stadt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Gesamtkosten ohne Förderung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3.619 €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Finanzierung zu 100 % ohne Eigenkapital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71.243 €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141.599 €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3.576.123 €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3.617.143 €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Was pro Monat übrig bleibt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Förderung entscheidet über das Ergebnis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3.197.207 €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3.028.933 €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2.860.659 €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2.692.385 €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2.524.111 €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641 €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Wie viel Umsatz braucht die Gastro?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+4.024 €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+6.190 €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46.008 €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41.807 €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48.467 €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Der Weg zu Plus: Hebel nacheinander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2.500 €/m² statt 2.700 €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sparsam (245.000 €)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Lohn 4.000 € statt 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Risiken und was wir dagegen tun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Miete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Gastro-Umsatz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46.000 € Umsatz, bei 4 % Zins ca. 53.000 €.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Zins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Genehmigung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Was ich von der Stadt brauche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Städtebauförderung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+1.281 €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Grundstückspreis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Pacht oder Mietzuschuss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Genehmigung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Zinsvorteil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+1.582 €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Anhang</a:t>
            </a:r>
            <a:endParaRPr lang="en-US" sz="3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Rechenannahmen und offene Punkte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2.700 €,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Gastro: Kosten pro Monat bei 50.000 € Umsatz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Gastro-Ausbau nach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Geschirr, Gläser, Besteck, Textilien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310.000 €)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Mietdaten für Werlte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Variante: Mittelgeschoss doppelt, vier Ebenen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7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4.421.181 €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42.487 €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2026-10-15T06:05:04Z</dcterms:created>
  <dcterms:modified xsi:type="dcterms:W3CDTF">2026-10-15T06:05:04Z</dcterms:modified>
</cp:coreProperties>
</file>