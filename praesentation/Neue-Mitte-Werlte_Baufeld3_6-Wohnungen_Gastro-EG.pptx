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Käufer ohne Eigenkapital und ohne Tilgung, 950 € Miete. Förderung senkt deine Selbstkosten, die Staffel-Wohnungen gehen zum Selbstkostenpreis.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Vorschlag, 6 Wohnungen als Dauermiete. Preis = Selbstkosten nach 15 % Förderung bei 2.000 €/m², tilgungsfreie Jahre, 3,3 % Zins, 950 € Miete, 10 % Rücklagen. Käufer zahlen Notar (2 %) und Grunderwerbsteuer (5 %, Vater frei).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10.033 €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Differenz so klein wie möglich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2" name="Tabelle Differenz klei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  <a:gridCol w="1463040"/>
                <a:gridCol w="1463040"/>
                <a:gridCol w="1828800"/>
                <a:gridCol w="130759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Szenario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Plus je OG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0 %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247.415 €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+10.648 €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15 %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15 %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+11.611 €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20 %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73.741 €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+411 €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wie vorher, aber 4,0 % Zins (15 % Förderung, 2.000 €/m²)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168.813 €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77.226 €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0 %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−67 € / +244 €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289.458 €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 / 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15 %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 / 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Differenz belastet dich vor allem als Summe, die du vorfinanzierst. Dein Ergebnis pro Monat ändert sich kaum, weil du darauf nur Zinsen zahlst.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3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1234440"/>
                <a:gridCol w="1188720"/>
                <a:gridCol w="1234440"/>
                <a:gridCol w="1005840"/>
                <a:gridCol w="1417320"/>
                <a:gridCol w="12618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nach Rücklage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266.738 €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279.813 €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(eigene Wohnung)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261.508 €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9834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Förderung bei 2.200 €/m² (tilgungsfrei) liegt das Ergebnis je Partei bei −132 € bis +201 €, mit 1 % Tilgung statt tilgungsfrei (Förderung 15 %, 2.000 €/m²) bei −148 € bis +197 €.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Staffel-Wohnungen für die Onkel bringen am meisten, weil sie billig sind. Grunderwerbsteuer und Notar (bis ca. 17.223 €) belasten Bruder und Onkel, Dein Vater ist befreit (bitte prüfen).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(6 Wohnungen und Gastro-EG),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2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3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4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2026-10-15T17:16:14Z</dcterms:created>
  <dcterms:modified xsi:type="dcterms:W3CDTF">2026-10-15T17:16:14Z</dcterms:modified>
</cp:coreProperties>
</file>