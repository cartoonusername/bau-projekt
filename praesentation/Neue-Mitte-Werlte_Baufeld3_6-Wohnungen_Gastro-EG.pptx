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Lohn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-6918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3860</c:v>
                </c:pt>
                <c:pt idx="1">
                  <c:v>4369</c:v>
                </c:pt>
                <c:pt idx="2">
                  <c:v>4877</c:v>
                </c:pt>
                <c:pt idx="3">
                  <c:v>5386</c:v>
                </c:pt>
                <c:pt idx="4">
                  <c:v>5895</c:v>
                </c:pt>
                <c:pt idx="5">
                  <c:v>6403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2068</c:v>
                </c:pt>
                <c:pt idx="1">
                  <c:v>2666</c:v>
                </c:pt>
                <c:pt idx="2">
                  <c:v>3264</c:v>
                </c:pt>
                <c:pt idx="3">
                  <c:v>3862</c:v>
                </c:pt>
                <c:pt idx="4">
                  <c:v>4460</c:v>
                </c:pt>
                <c:pt idx="5">
                  <c:v>5059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nach Lohn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nach Lohn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37.300 €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im Diagramm inkl. Rücklagen.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Lohn und Rücklagen.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nach Lohn = 0)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30.674 €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43.221 €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39.298 €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−982 €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Lohn 4.000 € statt 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die Ausgangslage mit 2.200 €/m² und 150.000 € Ausbau liegt im Plan nahe an Plus, Förderung und günstige Preise geben Luft.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und weniger Lohn verbessern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und 6.000 € Lohn, Break-even ab 33.000 €.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37.000 € Umsatz, bei 4 % Zins ca. 43.000 €. Gegenmaßnahme: Konzept, Pacht-Staffel, Lohn variabel.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B,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Bessam 6.000 €,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5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7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 B: 540 m² Grundfläche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Variante 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 (jetzt)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423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738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8 bis 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42.601 €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OG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OG: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"/>
          <p:cNvSpPr/>
          <p:nvPr/>
        </p:nvSpPr>
        <p:spPr>
          <a:xfrm>
            <a:off x="8595360" y="1280160"/>
            <a:ext cx="3044952" cy="448056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 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1. OG 540 m², Staffel 420 m² in Holzbau mit 120 m² Terrasse. Büro 10 €/m², Wohnen 11,18 €/m².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Höhe 12 m und deutlich mehr Stellplätze.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29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3.530.931 €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+3.153 €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0,86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2026-10-15T11:30:52Z</dcterms:created>
  <dcterms:modified xsi:type="dcterms:W3CDTF">2026-10-15T11:30:52Z</dcterms:modified>
</cp:coreProperties>
</file>