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 ohne Förderung, 2.200 €/m², Dauermiete 950 €,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A,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(Theke und Glasbrüstungen nachbearbeitet),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325880"/>
                <a:gridCol w="1280160"/>
                <a:gridCol w="1234440"/>
                <a:gridCol w="1188720"/>
                <a:gridCol w="118872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253.241 €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241.407 €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74.117 €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(eigene Wohnung)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Staffel-Wohnungen gehen zum Selbstkostenpreis, die OG-Wohnungen von Vater und Bruder werden so gesenkt, dass sie mindestens +100 € im Monat haben. Die Differenz von 136.401 € trägst du, die Zinsen darauf kosten 399 €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4.176 € minus Zinsen auf die Differenz 399 € plus deine eigene Wohnung −67 € = +10.608 €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(6 Wohnungen und Gastro-EG),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B und 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2026-10-15T17:25:51Z</dcterms:created>
  <dcterms:modified xsi:type="dcterms:W3CDTF">2026-10-15T17:25:51Z</dcterms:modified>
</cp:coreProperties>
</file>