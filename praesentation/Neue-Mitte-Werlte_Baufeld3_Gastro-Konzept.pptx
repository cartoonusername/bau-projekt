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Hauptfokus ist der Abend.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Konzeptideen und Zahlen sind Annahmen, keine Betreiberplanung. Der Abend bringt den größten Teil des Umsatzes.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Ca. 6.000 € Umsatz je Sitzplatz und Jahr bei 190 Plätzen, Branchen-Median Österreich ca. 12.000 €.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die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Morgens und mittags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Morgens und mittags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Brunch am Wochenende und Mittagstisch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 (Hauptfokus)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 (Hauptfokus)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Moderne, regionale Küche in warmer, dunkler Atmosphäre mit Cognac-Banketten und Kerzenlicht. Der Abend bringt ca. 75 % vom Umsatz.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21 Uhr Cocktails, Wein und Bier an der Theke, Fr und Sa bis 01 Uhr. Live-Abende, Séparée mit 30 Plätzen für 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08:00–11:00 (Di–Fr), 09:00–14:00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Frühstück, am Wochenende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17:30–22:00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Hauptgeschäft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Live-Abende, leise Musik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Frühstück 11 €, Brunch 14 €, Mittag 14 €, Abendessen 32 €, Bar 18–22 €, Feiern 45 €.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Hauptfokus Abend: Restaurant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ar am Abend mit beleuchteter Back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0" y="1371600"/>
            <a:ext cx="6611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(17:30–22:00)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Kurze, moderne Karte mit regionalen Zutaten, Steaks und Burger, Wein-Empfehlung zum Essen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 für Gruppen, Tische für zwei bis acht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(ab 21:00, Fr und Sa bis 01:00)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Signature-Cocktails, regionale Weine, Craft-Bier vom Fass, alkoholfreie Drinks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After-Work am Donnerstag, Live-Musik oder DJ am Freitag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Feiern und Events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Séparée, Themenabende, Firmen- und Vereinsfeiern, Weihnachtsfeiern</a:t>
            </a:r>
            <a:endParaRPr lang="en-US" sz="1300" dirty="0"/>
          </a:p>
        </p:txBody>
      </p:sp>
      <p:graphicFrame>
        <p:nvGraphicFramePr>
          <p:cNvPr id="7" name="Tabelle Abe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822960"/>
                <a:gridCol w="1005840"/>
                <a:gridCol w="91440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Abend-Bereich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8229600" y="46634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 vom Gastro-Umsatz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8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95.635 €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914400"/>
                <a:gridCol w="8229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4.295 Gäste im Monat, im Schnitt ca. 165 pro Öffnungstag bei 190 Plätzen. Der Abend (Restaurant, Bar, Feiern) bringt 75 % vom Umsatz.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 und Weihnachtsfeiern.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20 %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eigene Betreiberfirma des Bauherrn pachtet die Gastro von der Vermietungs-GbR. Die Pacht beträgt 10 % vom Umsatz, mindestens 10 €/m². Bei Plan-Umsatz sind das 9.564 € im Monat (18.75 €/m²).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−9.563 €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Betreiberfirma und GbR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95.635 € Umsatz verdient die Betreiberfirma +19.605 € pro Monat nach Pacht (ohne Lohn). Die Vermietungs-GbR bekommt 9.564 € Pacht und deckt damit ihre Raten ab ca. 101.800 €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5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2026-10-22T17:40:29Z</dcterms:created>
  <dcterms:modified xsi:type="dcterms:W3CDTF">2026-10-22T17:40:29Z</dcterms:modified>
</cp:coreProperties>
</file>