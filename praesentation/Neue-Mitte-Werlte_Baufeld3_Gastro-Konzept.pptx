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Die Gastro hat ca. 190 Plätze (ca. 4.100 € Umsatz je Sitzplatz und Jahr), die Annahme ist vorsichtig.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 vor Pacht 30,5 % vom Umsatz (Branchen-Richtwert, nicht aus Werlte). Bei sehr niedrigem Umsatz drücken die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Tagsüber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Tagsüber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Mittagstisch und Kaffee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mit moderner, regionaler Küche. Gemütlich, mit Banketten, Kerzenlicht und offener Bar.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Cocktails, Wein und Bier an der Theke. Séparée mit 30 Plätzen für Geburtstage, Firmen- und Vereinsfeiern.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Eis,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17:00–22:00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Musik leise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Mittag 14 €, Brunch 13 €, Abend 29 € mit Getränk.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7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65.000 €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1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  <a:gridCol w="9144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am Abend (Fr, 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 im Séparée (3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3.117 Gäste im Monat, im Schnitt ca. 120 pro Öffnungstag bei 190 Plätzen.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Catering, Weihnachtsfeiern und ein Mittagstisch an Samstagen.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30 %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führst die Gastro selbst oder verpachtest sie. Bei Verpachtung zahlt der Betreiber ca. 10 €/m² Pacht, das sind bei 510 m² ca. 5.100 € im Monat (ca. 8 % vom Umsatz).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ganze Haus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65.000 € Umsatz bleiben im ganzen Haus +9.610 € pro Monat nach Zinsen und Tilgung (KfW-Kredite und Hausbank, ohne Lohn). Die Gastro braucht für Break-even im Haus ca. 33.500 €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2026-10-19T16:25:18Z</dcterms:created>
  <dcterms:modified xsi:type="dcterms:W3CDTF">2026-10-19T16:25:18Z</dcterms:modified>
</cp:coreProperties>
</file>