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960 m² BGF, EG Gastro 290 m² mit Frühstück, 1. OG und Staffel (Holzbau) als Hotel mit 15 Zimmern.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Pachtquote und Kostenanteile sind Richtwerte und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Hotel minus Rate (11.372 €).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52 % Auslastung, Eigenbetrieb.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3,3 % Zins, ohne Lohn des Bauherrn. Airbnb bei 45 %, Hotel bei 52 % Auslastung.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Hotelzimmer als Anlage: Betreiber zahlt 22 % vom Umsatz als Pacht, verteilt auf die Zimmer.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Hotel mit großer Gastro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Zimmer über der Gastro im Erdgeschoss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Kennzahl Zimmer: ca. 9 im 1. OG, ca. 6 in der Staffel mit Terrasse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Zimmer: ca. 9 im 1. OG, ca. 6 in der Staffel mit Terrasse</a:t>
            </a:r>
            <a:endParaRPr lang="en-US" sz="1300" dirty="0"/>
          </a:p>
        </p:txBody>
      </p:sp>
      <p:sp>
        <p:nvSpPr>
          <p:cNvPr id="8" name="Kennzahl Zimmerausstattung (18.000 € je Zimmer)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270.000 €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(18.000 € je Zimmer), mit im Kredit</a:t>
            </a:r>
            <a:endParaRPr lang="en-US" sz="1300" dirty="0"/>
          </a:p>
        </p:txBody>
      </p:sp>
      <p:sp>
        <p:nvSpPr>
          <p:cNvPr id="11" name="Kennzahl Ergebnis Haus pro Monat bei 52 % Auslastung, Eigenbetrieb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+9.177 €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52 % Auslastung, Eigenbetrieb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+9.687 €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Hotel bringt bei guter Auslastung etwa so viel wie Dauermiete, mit viel mehr Arbeit.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52 % Auslastung und 85 € pro Zimmer liegt der Eigenbetrieb 510 € unter der Dauermiete, verpachtet 2.164 € darunter.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Annahmen für das Hotel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4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/ BGF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/ ca. 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EG, Hotelgäste können dort auch abends essen.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5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Zimmer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6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Konzepte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7" name="Tabelle Vergleich Konzep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737360"/>
                <a:gridCol w="1554480"/>
                <a:gridCol w="1828800"/>
                <a:gridCol w="24963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Konzept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(6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 (6 Apartments)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(Gäste, Reinigung)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Eigenbetrieb (15 Zimmer)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(Personal, 24 Stunden)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126.160 €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120.619 €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1.809.287 €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4.166 € minus Zinsen auf die Differenz 5.288 € = +5.796 €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mit 15 Zimmern gilt als Beherbergungsstätte mit strengen Brandschutz- und Fluchtwegauflagen, auch für das Holz-Staffelgeschoss.</a:t>
            </a:r>
            <a:endParaRPr lang="en-US" sz="1300" dirty="0"/>
          </a:p>
        </p:txBody>
      </p:sp>
      <p:sp>
        <p:nvSpPr>
          <p:cNvPr id="8" name="Betrieb und Personal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Rezeption, Reinigung, Frühstück: Das ist ein zweiter Betrieb neben der Gastro, ohne Erfahrung oder Partner schwer.</a:t>
            </a:r>
            <a:endParaRPr lang="en-US" sz="1300" dirty="0"/>
          </a:p>
        </p:txBody>
      </p:sp>
      <p:sp>
        <p:nvSpPr>
          <p:cNvPr id="11" name="Stellplätze und Lärm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und Lärm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brauchen zusätzliche Stellplätze (ca. 0,5 bis 1 je Zimmer), und Gastro und Zimmer liegen übereinander.</a:t>
            </a:r>
            <a:endParaRPr lang="en-US" sz="1300" dirty="0"/>
          </a:p>
        </p:txBody>
      </p:sp>
      <p:sp>
        <p:nvSpPr>
          <p:cNvPr id="14" name="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keine belastbaren Zahlen zur Nachfrage in Werlte. Vor einer Entscheidung sind Betreiber-Gespräche und Marktdaten nötig.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schlägt Dauermiete nur ab etwa 57 % Auslastung und mit viel Aufwand. Verpachtet liegt es dauerhaft unter der Dauermiete.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Hotelbetreiber oder Hotelberater für Werlte befragen (Preis, Auslastung, Pacht).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Beherbergungsstatistik (LSN) und Emsland Touristik anfragen.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Hotel</dc:title>
  <dc:subject>PptxGenJS Presentation</dc:subject>
  <dc:creator>Bessam Hasso</dc:creator>
  <cp:lastModifiedBy>Bessam Hasso</cp:lastModifiedBy>
  <cp:revision>1</cp:revision>
  <dcterms:created xsi:type="dcterms:W3CDTF">2026-10-16T06:15:35Z</dcterms:created>
  <dcterms:modified xsi:type="dcterms:W3CDTF">2026-10-16T06:15:35Z</dcterms:modified>
</cp:coreProperties>
</file>